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latin typeface="Hiragino Sans"/>
              </a:defRPr>
            </a:pPr>
            <a:r>
              <a:t>合成サンプル: 表と図の比較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3657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区分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件数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548640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Hiragino Sans"/>
              </a:defRPr>
            </a:pPr>
            <a:r>
              <a:t>図1: 表1の架空データを比較。BはAより60件多い。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latin typeface="Hiragino Sans"/>
              </a:defRPr>
            </a:pPr>
            <a:r>
              <a:t>日本語と出典の確認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Hiragino Sans"/>
              </a:defRPr>
            </a:pPr>
            <a:r>
              <a:t>これは合成テスト資料です。</a:t>
            </a:r>
          </a:p>
          <a:p>
            <a:pPr>
              <a:defRPr sz="2000">
                <a:latin typeface="Hiragino Sans"/>
              </a:defRPr>
            </a:pPr>
            <a:r>
              <a:t>表1と図1の対応、日本語、ページ番号を確認します。</a:t>
            </a:r>
          </a:p>
          <a:p>
            <a:pPr>
              <a:defRPr sz="2000">
                <a:latin typeface="Hiragino Sans"/>
              </a:defRPr>
            </a:pPr>
            <a:r>
              <a:t>翻訳と実資料の品質検証は未実施です。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